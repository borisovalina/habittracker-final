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2EBA5B-ED11-2BB8-1932-03B9E4A7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CA9633-1B2D-AD8B-FE84-8DB44B38E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2171700"/>
            <a:ext cx="10646229" cy="3581400"/>
          </a:xfrm>
        </p:spPr>
        <p:txBody>
          <a:bodyPr>
            <a:normAutofit/>
          </a:bodyPr>
          <a:lstStyle/>
          <a:p>
            <a:pPr algn="just"/>
            <a:r>
              <a:rPr lang="ru-RU" sz="3200" dirty="0"/>
              <a:t>Мобильное приложение, помогающее пользователю в формировании и отслеживании полезных привычек через простое взаимодействие.</a:t>
            </a:r>
          </a:p>
          <a:p>
            <a:pPr algn="just"/>
            <a:r>
              <a:rPr lang="ru-RU" sz="3200" dirty="0"/>
              <a:t>Работает локально – все данные хранятся на устройстве.</a:t>
            </a:r>
          </a:p>
        </p:txBody>
      </p:sp>
    </p:spTree>
    <p:extLst>
      <p:ext uri="{BB962C8B-B14F-4D97-AF65-F5344CB8AC3E}">
        <p14:creationId xmlns:p14="http://schemas.microsoft.com/office/powerpoint/2010/main" val="75152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F679B-DE78-3F2E-6FBD-470B4674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163E3-E943-AF1B-1D38-BA45982DC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Цель: создать простой, автономный и мотивирующий инструмент для формирования полезных привычек.</a:t>
            </a:r>
          </a:p>
          <a:p>
            <a:pPr algn="just"/>
            <a:r>
              <a:rPr lang="ru-RU" sz="2800" dirty="0"/>
              <a:t>Особенности: нулевой бюджет, только </a:t>
            </a:r>
            <a:r>
              <a:rPr lang="en-US" sz="2800" dirty="0"/>
              <a:t>Android</a:t>
            </a:r>
            <a:r>
              <a:rPr lang="ru-RU" sz="2800" dirty="0"/>
              <a:t>, </a:t>
            </a:r>
            <a:r>
              <a:rPr lang="en-US" sz="2800" dirty="0"/>
              <a:t>Open-</a:t>
            </a:r>
            <a:r>
              <a:rPr lang="en-US" sz="2800" dirty="0" err="1"/>
              <a:t>sourse</a:t>
            </a:r>
            <a:r>
              <a:rPr lang="en-US" sz="2800" dirty="0"/>
              <a:t> </a:t>
            </a:r>
            <a:r>
              <a:rPr lang="ru-RU" sz="2800" dirty="0"/>
              <a:t>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280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11B35-6EA8-CC6B-86A4-D27A588F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Структура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7853CA-591D-D8F4-0732-FA6D9AAFE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Основные экраны:</a:t>
            </a:r>
          </a:p>
          <a:p>
            <a:r>
              <a:rPr lang="ru-RU" sz="2400" dirty="0"/>
              <a:t>Регистрация/Вход (Логин/пароль)</a:t>
            </a:r>
          </a:p>
          <a:p>
            <a:r>
              <a:rPr lang="ru-RU" sz="2400" dirty="0"/>
              <a:t>Главная – период с кнопкой создания привычки.</a:t>
            </a:r>
          </a:p>
          <a:p>
            <a:r>
              <a:rPr lang="ru-RU" sz="2400" dirty="0"/>
              <a:t>Создание привычки – название – описание – выбор периодичности – сохранение</a:t>
            </a:r>
          </a:p>
          <a:p>
            <a:r>
              <a:rPr lang="ru-RU" sz="2400" dirty="0"/>
              <a:t>Достижения – выполненные/невыполненные достижения.</a:t>
            </a:r>
          </a:p>
          <a:p>
            <a:r>
              <a:rPr lang="ru-RU" sz="2400" dirty="0"/>
              <a:t>Настройки – тема, экспорт данных, выход.</a:t>
            </a:r>
          </a:p>
        </p:txBody>
      </p:sp>
    </p:spTree>
    <p:extLst>
      <p:ext uri="{BB962C8B-B14F-4D97-AF65-F5344CB8AC3E}">
        <p14:creationId xmlns:p14="http://schemas.microsoft.com/office/powerpoint/2010/main" val="1241116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BB0BA-C1A9-33F0-CDC1-8DD60E88C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922BC-EDF7-A433-F005-A58EDF1EC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Frontend (</a:t>
            </a:r>
            <a:r>
              <a:rPr lang="ru-RU" sz="2800" dirty="0"/>
              <a:t>мобильное): </a:t>
            </a:r>
            <a:r>
              <a:rPr lang="en-US" sz="2800" dirty="0"/>
              <a:t>Flutter – </a:t>
            </a:r>
            <a:r>
              <a:rPr lang="ru-RU" sz="2800" dirty="0"/>
              <a:t>кроссплатформенно, быстрая разработка </a:t>
            </a:r>
            <a:r>
              <a:rPr lang="en-US" sz="2800" dirty="0"/>
              <a:t>UI.</a:t>
            </a:r>
          </a:p>
          <a:p>
            <a:r>
              <a:rPr lang="en-US" sz="2800" dirty="0"/>
              <a:t>CI/CD: GitHub Actions </a:t>
            </a:r>
            <a:r>
              <a:rPr lang="ru-RU" sz="2800" dirty="0"/>
              <a:t>автоматические сборки/тесты.</a:t>
            </a:r>
          </a:p>
          <a:p>
            <a:r>
              <a:rPr lang="en-US" sz="2800" dirty="0" err="1"/>
              <a:t>SQFlite</a:t>
            </a:r>
            <a:r>
              <a:rPr lang="en-US" sz="2800" dirty="0"/>
              <a:t> – </a:t>
            </a:r>
            <a:r>
              <a:rPr lang="ru-RU" sz="2800" dirty="0"/>
              <a:t>локальная база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516035693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{F289364A-FF6C-4424-ACA9-089ED07557FE}TFc3084226-2d0c-440f-9f46-6b48c7a7f6704bbe0077-9f3b6c2d6720</Template>
  <TotalTime>21</TotalTime>
  <Words>130</Words>
  <Application>Microsoft Office PowerPoint</Application>
  <PresentationFormat>Широкоэкранный</PresentationFormat>
  <Paragraphs>17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Franklin Gothic Book</vt:lpstr>
      <vt:lpstr>Уголки</vt:lpstr>
      <vt:lpstr>Идея проекта</vt:lpstr>
      <vt:lpstr>Цель</vt:lpstr>
      <vt:lpstr>Структура приложения</vt:lpstr>
      <vt:lpstr>Технологический стек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Лина</dc:creator>
  <cp:lastModifiedBy>Лина</cp:lastModifiedBy>
  <cp:revision>1</cp:revision>
  <dcterms:created xsi:type="dcterms:W3CDTF">2026-02-16T11:48:37Z</dcterms:created>
  <dcterms:modified xsi:type="dcterms:W3CDTF">2026-02-16T12:09:49Z</dcterms:modified>
</cp:coreProperties>
</file>